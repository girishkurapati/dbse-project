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Pharmaceutical Stock and Inventory Management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backend solution for medicines, suppliers, batches, purchases, sales and stock monitoring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MongoDB  ·  REST API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Girish  •  2520030231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Venkat  •  2520030450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• 2026</a:t>
            </a:r>
            <a:endParaRPr lang="en-US" sz="1000" dirty="0"/>
          </a:p>
        </p:txBody>
      </p:sp>
      <p:pic>
        <p:nvPicPr>
          <p:cNvPr id="8" name="Image 0" descr="src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85800"/>
            <a:ext cx="3200400" cy="202448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  <p:pic>
        <p:nvPicPr>
          <p:cNvPr id="9" name="Image 1" descr="src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88920"/>
            <a:ext cx="2834640" cy="180319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inventory risk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 can make quantities, transactions and expiry information difficult to maintain consistently.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challenge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batches, manufacturing dates and expiry dates need to remain connected to inventory records.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visibility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828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need a centralized view of medicines, suppliers, purchases, sales and current stock.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8046720" cy="141732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need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8444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pharmaceutical inventory information in one controlled backend.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consistent RESTful APIs instead of relying on disconnected manual records.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stock and expiry monitoring through structured data and business logic.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17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medicines, suppliers, batches and transaction data in one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75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0756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inventory handling through backend APIs and structured operations.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8046720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34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734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73405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batch, manufacturing and expiry information for traceability.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924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3924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 conditions such as low quantity and near-expiry batches.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8046720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50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0507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API testing and database inspection to verify system behavior.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9525">
            <a:solidFill>
              <a:srgbClr val="D5DC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web / API client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AF3F1"/>
          </a:solidFill>
          <a:ln w="9525">
            <a:solidFill>
              <a:srgbClr val="D5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endpoints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9525">
            <a:solidFill>
              <a:srgbClr val="D5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inventory rules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AF3F1"/>
          </a:solidFill>
          <a:ln w="9525">
            <a:solidFill>
              <a:srgbClr val="D5D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request flow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API → validation/business logic → database → structured response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2233B"/>
          </a:solidFill>
          <a:ln w="12700">
            <a:solidFill>
              <a:srgbClr val="1223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client-to-database access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468880" cy="128016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for the 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468880" cy="128016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30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framework and middleware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508760"/>
            <a:ext cx="2468880" cy="128016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30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 inventory database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468880" cy="128016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Compass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inspection and management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063240"/>
            <a:ext cx="2468880" cy="128016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and response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3063240"/>
            <a:ext cx="2468880" cy="128016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 npm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685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debugging and dependencies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011680" cy="530352"/>
          </a:xfrm>
          <a:prstGeom prst="rect">
            <a:avLst/>
          </a:prstGeom>
          <a:solidFill>
            <a:srgbClr val="2F5D9E"/>
          </a:solidFill>
          <a:ln w="12700">
            <a:solidFill>
              <a:srgbClr val="2F5D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6035040" cy="530352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3716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web / API client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01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2011680" cy="530352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214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121408"/>
            <a:ext cx="6035040" cy="530352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212140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endpoints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2011680" cy="530352"/>
          </a:xfrm>
          <a:prstGeom prst="rect">
            <a:avLst/>
          </a:prstGeom>
          <a:solidFill>
            <a:srgbClr val="3E7D3A"/>
          </a:solidFill>
          <a:ln w="12700">
            <a:solidFill>
              <a:srgbClr val="3E7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712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871216"/>
            <a:ext cx="6035040" cy="530352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287121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• authorization • inventory 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4015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2011680" cy="530352"/>
          </a:xfrm>
          <a:prstGeom prst="rect">
            <a:avLst/>
          </a:prstGeom>
          <a:solidFill>
            <a:srgbClr val="D9772B"/>
          </a:solidFill>
          <a:ln w="12700">
            <a:solidFill>
              <a:srgbClr val="D977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6210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621024"/>
            <a:ext cx="6035040" cy="530352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362102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and records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communicates with MongoDB only through the controlled REST API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MODULES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 Modules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9903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Management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retrieve, update and delete medicine records.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9903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Management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supplier information and source details.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Management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batch numbers, manufacturing dates and expiry dates.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22199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Management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incoming stock transactions.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Management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outgoing stock transactions.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04495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&amp; Expiry Monitoring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quantities and identify low-stock / near-expiry conditions.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67912"/>
            <a:ext cx="384048" cy="384048"/>
          </a:xfrm>
          <a:prstGeom prst="ellipse">
            <a:avLst/>
          </a:prstGeom>
          <a:solidFill>
            <a:srgbClr val="12233B"/>
          </a:solidFill>
          <a:ln w="12700">
            <a:solidFill>
              <a:srgbClr val="1223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sensitive operations to authorized staff.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Database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ID • name • category • quantity/status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ID • name • contact details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ID • medicine reference • MFG • EXP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ID • supplier • date • transaction details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ID • date • transaction details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269748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0048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Medicine/batch reference • available quantity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69748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81728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STAFF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• role • credentials/status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focus: </a:t>
            </a:r>
            <a:pPr algn="ctr"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→ Batch → Purchase/Sale → Stock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•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Request-to-Response Data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874520"/>
            <a:ext cx="6400800" cy="0"/>
          </a:xfrm>
          <a:prstGeom prst="line">
            <a:avLst/>
          </a:prstGeom>
          <a:noFill/>
          <a:ln w="19050">
            <a:solidFill>
              <a:srgbClr val="D5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600200"/>
            <a:ext cx="548640" cy="548640"/>
          </a:xfrm>
          <a:prstGeom prst="ellipse">
            <a:avLst/>
          </a:prstGeom>
          <a:solidFill>
            <a:srgbClr val="0F7B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HTTP request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600200"/>
            <a:ext cx="548640" cy="548640"/>
          </a:xfrm>
          <a:prstGeom prst="ellipse">
            <a:avLst/>
          </a:prstGeom>
          <a:solidFill>
            <a:srgbClr val="0F7B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• validate • authorize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rgbClr val="0F7B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inventory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1600200"/>
            <a:ext cx="548640" cy="548640"/>
          </a:xfrm>
          <a:prstGeom prst="ellipse">
            <a:avLst/>
          </a:prstGeom>
          <a:solidFill>
            <a:srgbClr val="0F7B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MongoDB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548640" cy="548640"/>
          </a:xfrm>
          <a:prstGeom prst="ellipse">
            <a:avLst/>
          </a:prstGeom>
          <a:solidFill>
            <a:srgbClr val="D977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status +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5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can create a purchase record and increase the related stock quantity.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• API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&amp; Implementation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754880" cy="2377440"/>
          </a:xfrm>
          <a:prstGeom prst="rect">
            <a:avLst/>
          </a:prstGeom>
          <a:solidFill>
            <a:srgbClr val="12233B"/>
          </a:solidFill>
          <a:ln w="12700">
            <a:solidFill>
              <a:srgbClr val="1223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router.get("/medicines", async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medicines = await Medicine.find();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res.status(200).json(medicines);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router.post("/medicines", async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medicine = await Medicine.create(req.body);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res.status(201).json(medicine);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/medicines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medicine records.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/medicines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633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medicine record.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 PATCH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 existing resource.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separates clients from MongoDB and provides a consistent HTTP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•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inventory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64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backend for medicines, suppliers and inventory transactions.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traceability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664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number, manufacturing date and expiry date tracking.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monitoring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quantity visibility and low-stock identification.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 monitoring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and expired batch identification.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integration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 operations with structured responses.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concepts for protected operations.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testing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782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validates APIs; MongoDB Compass verifies persisted data.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 design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40782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notifications and integrations can be added around existing data.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• 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methods, request data, response body and status codes.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Compass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records are created or updated as expected.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+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that transactions produce the intended inventory effect.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/ missing inputs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error handling and controlled responses.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principle: </a:t>
            </a:r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both successful operations and controlled failure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•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Project Evidence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src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60320" cy="16276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API view</a:t>
            </a:r>
            <a:endParaRPr lang="en-US" sz="1300" dirty="0"/>
          </a:p>
        </p:txBody>
      </p:sp>
      <p:pic>
        <p:nvPicPr>
          <p:cNvPr id="7" name="Image 1" descr="src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71600"/>
            <a:ext cx="2560320" cy="16276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918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</a:t>
            </a:r>
            <a:endParaRPr lang="en-US" sz="1300" dirty="0"/>
          </a:p>
        </p:txBody>
      </p:sp>
      <p:pic>
        <p:nvPicPr>
          <p:cNvPr id="9" name="Image 2" descr="src/ppt/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2560320" cy="16276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0350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&amp; stock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during review to demonstrate the implemented workflow and API/database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•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increases stock; sale decreases stock.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business logic + integration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must remain consistent and comparable.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Batch-level date storage + backend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or incomplete requests can create bad records.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before database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strings, ports and environment values can cause failures.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Environment-based configuration + documented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•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and near-expiry alerts; automated backup and recovery workflows.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purchase, sales, expiry and supplier-performance reports.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QR-code based medicine and batch identification.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221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Supplier, accounting or billing system integration.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38221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indexing, query optimization and carefully designed caching.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8221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audit logging, rate limiting, secret management and access reviews.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backend foundation for pharmaceutical inventory management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connects REST APIs, business logic and MongoDB to centralize inventory data, support traceability, and enable stock and expiry monitoring.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6FD0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Girish  •  P. Venkat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Pharmaceutical Stock and Inventory Management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Pharmaceutical Stock and Inventory Management System</dc:title>
  <dc:subject>PptxGenJS Presentation</dc:subject>
  <dc:creator>K. Girish, P. Venkat</dc:creator>
  <cp:lastModifiedBy>K. Girish, P. Venkat</cp:lastModifiedBy>
  <cp:revision>1</cp:revision>
  <dcterms:created xsi:type="dcterms:W3CDTF">2026-10-02T11:23:18Z</dcterms:created>
  <dcterms:modified xsi:type="dcterms:W3CDTF">2026-10-02T11:23:18Z</dcterms:modified>
</cp:coreProperties>
</file>